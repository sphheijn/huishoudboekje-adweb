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03E8E0-287E-4E9E-88E8-AC3DA04CB5C0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4BCD3D-504D-468B-88A3-2E8F51609BA5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4EFC4F-5ABC-4770-842D-45B4B4BB2355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5DC69-84A1-4488-89E7-FF42BAE779C3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9A3CE6-FD1E-4CBF-BED3-BC8CC249BA42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704FDB-E8B2-4F54-AECE-15B626D68901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A6DAD0-6A84-42FE-B368-40DEC0DE60BD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7C1D85-B77F-4973-9C17-736627F86B75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9D7C2F-0C97-428D-8076-53BCAFEA3A94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8A61A1-A802-4B0A-B783-D67A88CE277A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B299A0-A104-4F4C-8D74-0F5897FB604D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nl-NL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Assessment ADWEB</a:t>
            </a:r>
            <a:br>
              <a:rPr sz="6000"/>
            </a:b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2122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 Snel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2216189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Steven Heijn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2213313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Gemaakte werk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 naar Github repo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nl-N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https://github.com/SphHeijn/adweb-huishoudboekje.git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 naar Hosting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nl-N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adweb.stevenheijn.nl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Criteria 1: De applicatie werkt zonder fouten en er is nagedacht over gebruiksvriendelijkheid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868680" y="2057400"/>
            <a:ext cx="10332720" cy="397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Criteria 2: De applicatie werkt volledig real-time op basis van RXJS.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914400" y="1828800"/>
            <a:ext cx="7419600" cy="447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76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Criteria 3: De applicatie is zo ingericht dat hij voldoet aan Seperation of Concern en de student kan dit onderbouwen met bronvermelding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3734280" y="2129760"/>
            <a:ext cx="6781320" cy="44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/>
          <p:cNvPicPr/>
          <p:nvPr/>
        </p:nvPicPr>
        <p:blipFill>
          <a:blip r:embed="rId2"/>
          <a:stretch/>
        </p:blipFill>
        <p:spPr>
          <a:xfrm>
            <a:off x="457200" y="2129760"/>
            <a:ext cx="2286000" cy="445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Criteria 4: Er zijn werkende Test aanwezig met een goede code coverage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8001000" y="1600200"/>
            <a:ext cx="4114800" cy="24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2"/>
          <a:stretch/>
        </p:blipFill>
        <p:spPr>
          <a:xfrm>
            <a:off x="5486400" y="4142880"/>
            <a:ext cx="5886360" cy="271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/>
          <p:cNvPicPr/>
          <p:nvPr/>
        </p:nvPicPr>
        <p:blipFill>
          <a:blip r:embed="rId3"/>
          <a:stretch/>
        </p:blipFill>
        <p:spPr>
          <a:xfrm>
            <a:off x="0" y="3295800"/>
            <a:ext cx="5715000" cy="356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nl-NL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Criteria 5: </a:t>
            </a: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 applicatie bevat extra 'nice-2-have' features.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908280" y="2287080"/>
            <a:ext cx="4578120" cy="41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/>
          <p:cNvPicPr/>
          <p:nvPr/>
        </p:nvPicPr>
        <p:blipFill>
          <a:blip r:embed="rId2"/>
          <a:stretch/>
        </p:blipFill>
        <p:spPr>
          <a:xfrm>
            <a:off x="8001000" y="1297440"/>
            <a:ext cx="3886200" cy="236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/>
          <p:cNvPicPr/>
          <p:nvPr/>
        </p:nvPicPr>
        <p:blipFill>
          <a:blip r:embed="rId3"/>
          <a:stretch/>
        </p:blipFill>
        <p:spPr>
          <a:xfrm>
            <a:off x="7543800" y="3886200"/>
            <a:ext cx="4343400" cy="259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LibreOffice/26.2.3.2$Linux_X86_64 LibreOffice_project/620$Build-2</Application>
  <AppVersion>15.0000</AppVersion>
  <Words>160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2022-05-11T12:36:22Z</dcterms:created>
  <dc:creator>Stijn Smulders</dc:creator>
  <dc:description/>
  <dc:language>en-US</dc:language>
  <cp:lastModifiedBy/>
  <dcterms:modified xsi:type="dcterms:W3CDTF">2026-06-10T17:45:21Z</dcterms:modified>
  <cp:revision>2</cp:revision>
  <dc:subject/>
  <dc:title>Assessment ADWEB 2122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